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60" r:id="rId2"/>
    <p:sldId id="276" r:id="rId3"/>
    <p:sldId id="266" r:id="rId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A39A"/>
    <a:srgbClr val="F1BE48"/>
    <a:srgbClr val="6E6259"/>
    <a:srgbClr val="010000"/>
    <a:srgbClr val="C8102E"/>
    <a:srgbClr val="7A6E67"/>
    <a:srgbClr val="F2BF49"/>
    <a:srgbClr val="ADA07A"/>
    <a:srgbClr val="CE1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378" autoAdjust="0"/>
  </p:normalViewPr>
  <p:slideViewPr>
    <p:cSldViewPr>
      <p:cViewPr varScale="1">
        <p:scale>
          <a:sx n="100" d="100"/>
          <a:sy n="100" d="100"/>
        </p:scale>
        <p:origin x="1950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aig orman" userId="2859a00d94afa278" providerId="LiveId" clId="{25AF4E53-202B-4C7D-8FA8-147F0151135F}"/>
    <pc:docChg chg="custSel addSld delSld modSld">
      <pc:chgData name="Craig orman" userId="2859a00d94afa278" providerId="LiveId" clId="{25AF4E53-202B-4C7D-8FA8-147F0151135F}" dt="2025-10-06T16:37:15.510" v="312" actId="20577"/>
      <pc:docMkLst>
        <pc:docMk/>
      </pc:docMkLst>
      <pc:sldChg chg="addSp delSp modSp del mod">
        <pc:chgData name="Craig orman" userId="2859a00d94afa278" providerId="LiveId" clId="{25AF4E53-202B-4C7D-8FA8-147F0151135F}" dt="2025-10-06T16:21:12.172" v="12" actId="47"/>
        <pc:sldMkLst>
          <pc:docMk/>
          <pc:sldMk cId="1037345221" sldId="269"/>
        </pc:sldMkLst>
        <pc:spChg chg="add del mod">
          <ac:chgData name="Craig orman" userId="2859a00d94afa278" providerId="LiveId" clId="{25AF4E53-202B-4C7D-8FA8-147F0151135F}" dt="2025-10-06T16:21:01.072" v="8" actId="478"/>
          <ac:spMkLst>
            <pc:docMk/>
            <pc:sldMk cId="1037345221" sldId="269"/>
            <ac:spMk id="5" creationId="{B7470007-1405-EF04-0CF4-C409D4300795}"/>
          </ac:spMkLst>
        </pc:spChg>
        <pc:picChg chg="add del mod">
          <ac:chgData name="Craig orman" userId="2859a00d94afa278" providerId="LiveId" clId="{25AF4E53-202B-4C7D-8FA8-147F0151135F}" dt="2025-10-06T16:21:02.237" v="9" actId="478"/>
          <ac:picMkLst>
            <pc:docMk/>
            <pc:sldMk cId="1037345221" sldId="269"/>
            <ac:picMk id="4" creationId="{8FEEC427-38B0-6C25-883A-705FD9F1DE9E}"/>
          </ac:picMkLst>
        </pc:picChg>
        <pc:cxnChg chg="add del mod">
          <ac:chgData name="Craig orman" userId="2859a00d94afa278" providerId="LiveId" clId="{25AF4E53-202B-4C7D-8FA8-147F0151135F}" dt="2025-10-06T16:21:01.072" v="8" actId="478"/>
          <ac:cxnSpMkLst>
            <pc:docMk/>
            <pc:sldMk cId="1037345221" sldId="269"/>
            <ac:cxnSpMk id="6" creationId="{19DBD5F5-A890-D507-0C26-9AC45DA22E15}"/>
          </ac:cxnSpMkLst>
        </pc:cxnChg>
      </pc:sldChg>
      <pc:sldChg chg="addSp delSp modSp add mod modNotesTx">
        <pc:chgData name="Craig orman" userId="2859a00d94afa278" providerId="LiveId" clId="{25AF4E53-202B-4C7D-8FA8-147F0151135F}" dt="2025-10-06T16:37:15.510" v="312" actId="20577"/>
        <pc:sldMkLst>
          <pc:docMk/>
          <pc:sldMk cId="4090542154" sldId="270"/>
        </pc:sldMkLst>
        <pc:spChg chg="del">
          <ac:chgData name="Craig orman" userId="2859a00d94afa278" providerId="LiveId" clId="{25AF4E53-202B-4C7D-8FA8-147F0151135F}" dt="2025-10-06T16:21:10.216" v="11" actId="478"/>
          <ac:spMkLst>
            <pc:docMk/>
            <pc:sldMk cId="4090542154" sldId="270"/>
            <ac:spMk id="2" creationId="{402F18BA-E0F6-8392-A727-C4FD7DE9AE59}"/>
          </ac:spMkLst>
        </pc:spChg>
        <pc:spChg chg="add del mod">
          <ac:chgData name="Craig orman" userId="2859a00d94afa278" providerId="LiveId" clId="{25AF4E53-202B-4C7D-8FA8-147F0151135F}" dt="2025-10-06T16:24:38.550" v="40" actId="478"/>
          <ac:spMkLst>
            <pc:docMk/>
            <pc:sldMk cId="4090542154" sldId="270"/>
            <ac:spMk id="7" creationId="{3D60E77D-3D19-C5CF-5AC0-59AC6F17DE1C}"/>
          </ac:spMkLst>
        </pc:spChg>
        <pc:picChg chg="add del mod">
          <ac:chgData name="Craig orman" userId="2859a00d94afa278" providerId="LiveId" clId="{25AF4E53-202B-4C7D-8FA8-147F0151135F}" dt="2025-10-06T16:22:31.900" v="34" actId="478"/>
          <ac:picMkLst>
            <pc:docMk/>
            <pc:sldMk cId="4090542154" sldId="270"/>
            <ac:picMk id="6" creationId="{B5EA72C8-3360-9730-DBE2-F812D9E8908F}"/>
          </ac:picMkLst>
        </pc:picChg>
        <pc:picChg chg="add mod">
          <ac:chgData name="Craig orman" userId="2859a00d94afa278" providerId="LiveId" clId="{25AF4E53-202B-4C7D-8FA8-147F0151135F}" dt="2025-10-06T16:25:09.039" v="50" actId="14100"/>
          <ac:picMkLst>
            <pc:docMk/>
            <pc:sldMk cId="4090542154" sldId="270"/>
            <ac:picMk id="9" creationId="{4304D1F6-BA2E-E5D9-584F-07444BA2E612}"/>
          </ac:picMkLst>
        </pc:picChg>
        <pc:cxnChg chg="del">
          <ac:chgData name="Craig orman" userId="2859a00d94afa278" providerId="LiveId" clId="{25AF4E53-202B-4C7D-8FA8-147F0151135F}" dt="2025-10-06T16:25:04.948" v="48" actId="478"/>
          <ac:cxnSpMkLst>
            <pc:docMk/>
            <pc:sldMk cId="4090542154" sldId="270"/>
            <ac:cxnSpMk id="4" creationId="{5A103AAA-43E1-6EEB-A94C-5041428D550E}"/>
          </ac:cxnSpMkLst>
        </pc:cxnChg>
      </pc:sldChg>
      <pc:sldChg chg="add del">
        <pc:chgData name="Craig orman" userId="2859a00d94afa278" providerId="LiveId" clId="{25AF4E53-202B-4C7D-8FA8-147F0151135F}" dt="2025-10-06T16:21:14.477" v="14"/>
        <pc:sldMkLst>
          <pc:docMk/>
          <pc:sldMk cId="3241512034" sldId="27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5A0C9-E830-1241-BEA3-6925DA004ECF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84522-76EF-EF4D-8870-07F3436BA4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024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45082-6AF3-024B-A14D-C5AD8123919E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6D18E-8B09-B24B-9169-4FC527B8D8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792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604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212725" y="348932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8"/>
          <p:cNvSpPr>
            <a:spLocks noChangeArrowheads="1"/>
          </p:cNvSpPr>
          <p:nvPr userDrawn="1"/>
        </p:nvSpPr>
        <p:spPr bwMode="auto">
          <a:xfrm>
            <a:off x="0" y="6348431"/>
            <a:ext cx="9144000" cy="509569"/>
          </a:xfrm>
          <a:prstGeom prst="rect">
            <a:avLst/>
          </a:prstGeom>
          <a:solidFill>
            <a:srgbClr val="C8102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 descr="ISU LEFT white.eps"/>
          <p:cNvPicPr>
            <a:picLocks noChangeAspect="1"/>
          </p:cNvPicPr>
          <p:nvPr userDrawn="1"/>
        </p:nvPicPr>
        <p:blipFill>
          <a:blip r:embed="rId4"/>
          <a:srcRect b="38235"/>
          <a:stretch>
            <a:fillRect/>
          </a:stretch>
        </p:blipFill>
        <p:spPr bwMode="auto">
          <a:xfrm>
            <a:off x="381000" y="6503215"/>
            <a:ext cx="2396490" cy="197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 Placeholder 4"/>
          <p:cNvSpPr txBox="1">
            <a:spLocks/>
          </p:cNvSpPr>
          <p:nvPr userDrawn="1"/>
        </p:nvSpPr>
        <p:spPr>
          <a:xfrm>
            <a:off x="4163705" y="6470650"/>
            <a:ext cx="4191000" cy="285750"/>
          </a:xfrm>
          <a:prstGeom prst="rect">
            <a:avLst/>
          </a:prstGeom>
        </p:spPr>
        <p:txBody>
          <a:bodyPr/>
          <a:lstStyle>
            <a:lvl1pPr marL="0" indent="0" algn="r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None/>
              <a:defRPr sz="1600" b="1" i="0" baseline="0">
                <a:solidFill>
                  <a:schemeClr val="bg1"/>
                </a:solidFill>
                <a:latin typeface="Univers 65" charset="0"/>
                <a:ea typeface="Univers 65" charset="0"/>
                <a:cs typeface="Univers 65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6E6259"/>
                </a:solidFill>
                <a:latin typeface="+mn-lt"/>
                <a:ea typeface="Geneva" charset="-128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6E6259"/>
                </a:solidFill>
                <a:latin typeface="+mn-lt"/>
                <a:ea typeface="Geneva" charset="-128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6E6259"/>
                </a:solidFill>
                <a:latin typeface="+mn-lt"/>
                <a:ea typeface="Geneva" charset="-128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6E6259"/>
                </a:solidFill>
                <a:latin typeface="+mn-lt"/>
                <a:ea typeface="Geneva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7A6E67"/>
                </a:solidFill>
                <a:latin typeface="+mn-lt"/>
                <a:ea typeface="Geneva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7A6E67"/>
                </a:solidFill>
                <a:latin typeface="+mn-lt"/>
                <a:ea typeface="Geneva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7A6E67"/>
                </a:solidFill>
                <a:latin typeface="+mn-lt"/>
                <a:ea typeface="Geneva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7A6E67"/>
                </a:solidFill>
                <a:latin typeface="+mn-lt"/>
                <a:ea typeface="Geneva" charset="-128"/>
              </a:defRPr>
            </a:lvl9pPr>
          </a:lstStyle>
          <a:p>
            <a:pPr eaLnBrk="1" hangingPunct="1"/>
            <a:r>
              <a:rPr lang="en-US" sz="1200" kern="0" dirty="0">
                <a:latin typeface="Univers 75 Black" charset="0"/>
                <a:ea typeface="Univers 75 Black" charset="0"/>
                <a:cs typeface="Univers 75 Black" charset="0"/>
              </a:rPr>
              <a:t>Department of Statistics</a:t>
            </a:r>
          </a:p>
        </p:txBody>
      </p:sp>
      <p:cxnSp>
        <p:nvCxnSpPr>
          <p:cNvPr id="16" name="Straight Connector 15"/>
          <p:cNvCxnSpPr/>
          <p:nvPr userDrawn="1"/>
        </p:nvCxnSpPr>
        <p:spPr bwMode="auto">
          <a:xfrm>
            <a:off x="8458200" y="6531769"/>
            <a:ext cx="0" cy="152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534400" y="6470650"/>
            <a:ext cx="533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/>
            <a:fld id="{60FAC648-EA3A-9C41-B47D-FEC33027B8CE}" type="slidenum">
              <a:rPr lang="en-US" smtClean="0">
                <a:solidFill>
                  <a:schemeClr val="bg1"/>
                </a:solidFill>
              </a:rPr>
              <a:pPr algn="l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4" r:id="rId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8102E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6E6259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6E6259"/>
          </a:solidFill>
          <a:latin typeface="+mn-lt"/>
          <a:ea typeface="Geneva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6E6259"/>
          </a:solidFill>
          <a:latin typeface="+mn-lt"/>
          <a:ea typeface="Geneva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6E6259"/>
          </a:solidFill>
          <a:latin typeface="+mn-lt"/>
          <a:ea typeface="Geneva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6E6259"/>
          </a:solidFill>
          <a:latin typeface="+mn-lt"/>
          <a:ea typeface="Geneva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7A6E67"/>
          </a:solidFill>
          <a:latin typeface="+mn-lt"/>
          <a:ea typeface="Geneva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7A6E67"/>
          </a:solidFill>
          <a:latin typeface="+mn-lt"/>
          <a:ea typeface="Geneva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7A6E67"/>
          </a:solidFill>
          <a:latin typeface="+mn-lt"/>
          <a:ea typeface="Geneva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7A6E67"/>
          </a:solidFill>
          <a:latin typeface="+mn-lt"/>
          <a:ea typeface="Geneva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4" r="5535"/>
          <a:stretch/>
        </p:blipFill>
        <p:spPr>
          <a:xfrm>
            <a:off x="0" y="-25400"/>
            <a:ext cx="9144000" cy="6883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auto">
          <a:xfrm>
            <a:off x="0" y="-25400"/>
            <a:ext cx="9144000" cy="6883400"/>
          </a:xfrm>
          <a:prstGeom prst="rect">
            <a:avLst/>
          </a:prstGeom>
          <a:solidFill>
            <a:srgbClr val="C8102E">
              <a:alpha val="9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C8102E"/>
              </a:solidFill>
              <a:effectLst/>
              <a:latin typeface="Times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4452" y="3646214"/>
            <a:ext cx="72189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"/>
            <a:r>
              <a:rPr lang="en-US" sz="1600" dirty="0">
                <a:solidFill>
                  <a:schemeClr val="bg1"/>
                </a:solidFill>
                <a:latin typeface="Univers 55 Roman" charset="0"/>
                <a:ea typeface="Univers 55 Roman" charset="0"/>
                <a:cs typeface="Univers 55 Roman" charset="0"/>
              </a:rPr>
              <a:t>Kalman filters and relevance to Ferreira (2017)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15230"/>
            <a:ext cx="7162800" cy="707886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Univers 57 Condensed" charset="0"/>
                <a:ea typeface="Univers 57 Condensed" charset="0"/>
                <a:cs typeface="Univers 57 Condensed" charset="0"/>
              </a:rPr>
              <a:t>Research Task 3</a:t>
            </a:r>
          </a:p>
        </p:txBody>
      </p:sp>
      <p:pic>
        <p:nvPicPr>
          <p:cNvPr id="8" name="Picture 7" descr="ISU LEFT white.eps"/>
          <p:cNvPicPr>
            <a:picLocks noChangeAspect="1"/>
          </p:cNvPicPr>
          <p:nvPr/>
        </p:nvPicPr>
        <p:blipFill>
          <a:blip r:embed="rId3"/>
          <a:srcRect b="38235"/>
          <a:stretch>
            <a:fillRect/>
          </a:stretch>
        </p:blipFill>
        <p:spPr bwMode="auto">
          <a:xfrm>
            <a:off x="6400800" y="6452857"/>
            <a:ext cx="2396490" cy="197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934453" y="5013585"/>
            <a:ext cx="716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"/>
            <a:r>
              <a:rPr lang="en-US" sz="1600" i="1" dirty="0">
                <a:solidFill>
                  <a:schemeClr val="bg1"/>
                </a:solidFill>
                <a:latin typeface="ITC Berkeley Oldstyle Book" charset="0"/>
                <a:ea typeface="ITC Berkeley Oldstyle Book" charset="0"/>
                <a:cs typeface="ITC Berkeley Oldstyle Book" charset="0"/>
              </a:rPr>
              <a:t>Craig Orman, intended for Dr. Farzad</a:t>
            </a:r>
          </a:p>
        </p:txBody>
      </p:sp>
      <p:cxnSp>
        <p:nvCxnSpPr>
          <p:cNvPr id="10" name="Straight Connector 9"/>
          <p:cNvCxnSpPr/>
          <p:nvPr/>
        </p:nvCxnSpPr>
        <p:spPr bwMode="auto">
          <a:xfrm>
            <a:off x="0" y="4495800"/>
            <a:ext cx="91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593002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AA234-5A77-DA64-EF93-7F7F06396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5B0588-9AA4-ACFA-C9EF-C036C4FC0359}"/>
              </a:ext>
            </a:extLst>
          </p:cNvPr>
          <p:cNvSpPr txBox="1"/>
          <p:nvPr/>
        </p:nvSpPr>
        <p:spPr>
          <a:xfrm>
            <a:off x="604520" y="583109"/>
            <a:ext cx="5105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</a:rPr>
              <a:t>Kalman Filter For Time Series</a:t>
            </a:r>
            <a:endParaRPr lang="en-US" sz="2200" dirty="0">
              <a:solidFill>
                <a:srgbClr val="C8102E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CA9FD82-4EB8-3474-09B0-67048AA54F55}"/>
              </a:ext>
            </a:extLst>
          </p:cNvPr>
          <p:cNvCxnSpPr/>
          <p:nvPr/>
        </p:nvCxnSpPr>
        <p:spPr bwMode="auto">
          <a:xfrm>
            <a:off x="685800" y="1123950"/>
            <a:ext cx="74676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79269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4520" y="1504950"/>
            <a:ext cx="2295765" cy="19851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Name Here</a:t>
            </a:r>
          </a:p>
          <a:p>
            <a:pPr>
              <a:spcBef>
                <a:spcPts val="0"/>
              </a:spcBef>
            </a:pPr>
            <a:r>
              <a:rPr lang="en-US" sz="1400" i="1" dirty="0">
                <a:solidFill>
                  <a:srgbClr val="ACA39A"/>
                </a:solidFill>
                <a:latin typeface="Univers 55 Oblique" charset="0"/>
                <a:ea typeface="Univers 55 Oblique" charset="0"/>
                <a:cs typeface="Univers 55 Oblique" charset="0"/>
              </a:rPr>
              <a:t>Title Here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1400" b="1" dirty="0">
              <a:solidFill>
                <a:srgbClr val="C8102E"/>
              </a:solidFill>
              <a:latin typeface="Univers 75 Black" charset="0"/>
              <a:ea typeface="Univers 75 Black" charset="0"/>
              <a:cs typeface="Univers 75 Black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 err="1">
                <a:solidFill>
                  <a:srgbClr val="7A6E67"/>
                </a:solidFill>
                <a:latin typeface="Univers 47 Condensed Light" charset="0"/>
                <a:ea typeface="Univers 47 Condensed Light" charset="0"/>
                <a:cs typeface="Univers 47 Condensed Light" charset="0"/>
              </a:rPr>
              <a:t>email@iastate.edu</a:t>
            </a:r>
            <a:endParaRPr lang="en-US" sz="1600" dirty="0">
              <a:solidFill>
                <a:srgbClr val="7A6E67"/>
              </a:solidFill>
              <a:latin typeface="Univers 47 Condensed Light" charset="0"/>
              <a:ea typeface="Univers 47 Condensed Light" charset="0"/>
              <a:cs typeface="Univers 47 Condensed Light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>
                <a:solidFill>
                  <a:srgbClr val="7A6E67"/>
                </a:solidFill>
                <a:latin typeface="Univers 47 Condensed Light" charset="0"/>
                <a:ea typeface="Univers 47 Condensed Light" charset="0"/>
                <a:cs typeface="Univers 47 Condensed Light" charset="0"/>
              </a:rPr>
              <a:t>(515)-294-1234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 err="1">
                <a:solidFill>
                  <a:srgbClr val="7A6E67"/>
                </a:solidFill>
                <a:latin typeface="Univers 47 Condensed Light" charset="0"/>
                <a:ea typeface="Univers 47 Condensed Light" charset="0"/>
                <a:cs typeface="Univers 47 Condensed Light" charset="0"/>
              </a:rPr>
              <a:t>www.unit.iastate.edu</a:t>
            </a:r>
            <a:endParaRPr lang="en-US" sz="1600" dirty="0">
              <a:solidFill>
                <a:srgbClr val="7A6E67"/>
              </a:solidFill>
              <a:latin typeface="Univers 47 Condensed Light" charset="0"/>
              <a:ea typeface="Univers 47 Condensed Light" charset="0"/>
              <a:cs typeface="Univers 47 Condensed Light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4519" y="583109"/>
            <a:ext cx="775018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Contact Us</a:t>
            </a:r>
          </a:p>
          <a:p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 bwMode="auto">
          <a:xfrm>
            <a:off x="685800" y="1123950"/>
            <a:ext cx="76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3396850" y="1504950"/>
            <a:ext cx="2354417" cy="19851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Name Here</a:t>
            </a:r>
          </a:p>
          <a:p>
            <a:pPr>
              <a:spcBef>
                <a:spcPts val="0"/>
              </a:spcBef>
            </a:pPr>
            <a:r>
              <a:rPr lang="en-US" sz="1400" i="1" dirty="0">
                <a:solidFill>
                  <a:srgbClr val="ACA39A"/>
                </a:solidFill>
                <a:latin typeface="Univers 55 Oblique" charset="0"/>
                <a:ea typeface="Univers 55 Oblique" charset="0"/>
                <a:cs typeface="Univers 55 Oblique" charset="0"/>
              </a:rPr>
              <a:t>Title Here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1400" b="1" dirty="0">
              <a:solidFill>
                <a:srgbClr val="C8102E"/>
              </a:solidFill>
              <a:latin typeface="Univers 75 Black" charset="0"/>
              <a:ea typeface="Univers 75 Black" charset="0"/>
              <a:cs typeface="Univers 75 Black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 err="1">
                <a:solidFill>
                  <a:srgbClr val="7A6E67"/>
                </a:solidFill>
                <a:latin typeface="Univers 47 Condensed Light" charset="0"/>
                <a:ea typeface="Univers 47 Condensed Light" charset="0"/>
                <a:cs typeface="Univers 47 Condensed Light" charset="0"/>
              </a:rPr>
              <a:t>email@iastate.edu</a:t>
            </a:r>
            <a:endParaRPr lang="en-US" sz="1600" dirty="0">
              <a:solidFill>
                <a:srgbClr val="7A6E67"/>
              </a:solidFill>
              <a:latin typeface="Univers 47 Condensed Light" charset="0"/>
              <a:ea typeface="Univers 47 Condensed Light" charset="0"/>
              <a:cs typeface="Univers 47 Condensed Light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>
                <a:solidFill>
                  <a:srgbClr val="7A6E67"/>
                </a:solidFill>
                <a:latin typeface="Univers 47 Condensed Light" charset="0"/>
                <a:ea typeface="Univers 47 Condensed Light" charset="0"/>
                <a:cs typeface="Univers 47 Condensed Light" charset="0"/>
              </a:rPr>
              <a:t>(515)-239-1234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 err="1">
                <a:solidFill>
                  <a:srgbClr val="7A6E67"/>
                </a:solidFill>
                <a:latin typeface="Univers 47 Condensed Light" charset="0"/>
                <a:ea typeface="Univers 47 Condensed Light" charset="0"/>
                <a:cs typeface="Univers 47 Condensed Light" charset="0"/>
              </a:rPr>
              <a:t>www.unit.iastate.edu</a:t>
            </a:r>
            <a:endParaRPr lang="en-US" sz="1600" dirty="0">
              <a:solidFill>
                <a:srgbClr val="7A6E67"/>
              </a:solidFill>
              <a:latin typeface="Univers 47 Condensed Light" charset="0"/>
              <a:ea typeface="Univers 47 Condensed Light" charset="0"/>
              <a:cs typeface="Univers 47 Condensed Light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45773" y="1504950"/>
            <a:ext cx="2060027" cy="19851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Name Here</a:t>
            </a:r>
          </a:p>
          <a:p>
            <a:pPr>
              <a:spcBef>
                <a:spcPts val="0"/>
              </a:spcBef>
            </a:pPr>
            <a:r>
              <a:rPr lang="en-US" sz="1400" i="1" dirty="0">
                <a:solidFill>
                  <a:srgbClr val="ACA39A"/>
                </a:solidFill>
                <a:latin typeface="Univers 55 Oblique" charset="0"/>
                <a:ea typeface="Univers 55 Oblique" charset="0"/>
                <a:cs typeface="Univers 55 Oblique" charset="0"/>
              </a:rPr>
              <a:t>Title Here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1400" b="1" dirty="0">
              <a:solidFill>
                <a:srgbClr val="C8102E"/>
              </a:solidFill>
              <a:latin typeface="Univers 75 Black" charset="0"/>
              <a:ea typeface="Univers 75 Black" charset="0"/>
              <a:cs typeface="Univers 75 Black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 err="1">
                <a:solidFill>
                  <a:srgbClr val="7A6E67"/>
                </a:solidFill>
                <a:latin typeface="Univers 47 Condensed Light" charset="0"/>
                <a:ea typeface="Univers 47 Condensed Light" charset="0"/>
                <a:cs typeface="Univers 47 Condensed Light" charset="0"/>
              </a:rPr>
              <a:t>email@iastate.edu</a:t>
            </a:r>
            <a:endParaRPr lang="en-US" sz="1600" dirty="0">
              <a:solidFill>
                <a:srgbClr val="7A6E67"/>
              </a:solidFill>
              <a:latin typeface="Univers 47 Condensed Light" charset="0"/>
              <a:ea typeface="Univers 47 Condensed Light" charset="0"/>
              <a:cs typeface="Univers 47 Condensed Light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>
                <a:solidFill>
                  <a:srgbClr val="7A6E67"/>
                </a:solidFill>
                <a:latin typeface="Univers 47 Condensed Light" charset="0"/>
                <a:ea typeface="Univers 47 Condensed Light" charset="0"/>
                <a:cs typeface="Univers 47 Condensed Light" charset="0"/>
              </a:rPr>
              <a:t>(515)-239-1234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 err="1">
                <a:solidFill>
                  <a:srgbClr val="7A6E67"/>
                </a:solidFill>
                <a:latin typeface="Univers 47 Condensed Light" charset="0"/>
                <a:ea typeface="Univers 47 Condensed Light" charset="0"/>
                <a:cs typeface="Univers 47 Condensed Light" charset="0"/>
              </a:rPr>
              <a:t>www.unit.iastate.edu</a:t>
            </a:r>
            <a:endParaRPr lang="en-US" sz="1600" dirty="0">
              <a:solidFill>
                <a:srgbClr val="7A6E67"/>
              </a:solidFill>
              <a:latin typeface="Univers 47 Condensed Light" charset="0"/>
              <a:ea typeface="Univers 47 Condensed Light" charset="0"/>
              <a:cs typeface="Univers 47 Condensed Light" charset="0"/>
            </a:endParaRP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3124200" y="1123950"/>
            <a:ext cx="2059" cy="3048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/>
        </p:nvCxnSpPr>
        <p:spPr bwMode="auto">
          <a:xfrm>
            <a:off x="5975182" y="1123950"/>
            <a:ext cx="2059" cy="3048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714277792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Univers 67 CondensedBold"/>
        <a:ea typeface=""/>
        <a:cs typeface=""/>
      </a:majorFont>
      <a:minorFont>
        <a:latin typeface="Univers 67 Condensed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-WithNumbers_2A" id="{26A4DF8B-2ED5-1147-8FA3-787E008C2CE2}" vid="{8D23465F-27DC-C24E-BABD-4541439876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Presentation-WithNumbers_2A</Template>
  <TotalTime>790</TotalTime>
  <Words>87</Words>
  <Application>Microsoft Office PowerPoint</Application>
  <PresentationFormat>On-screen Show (4:3)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Calibri</vt:lpstr>
      <vt:lpstr>ITC Berkeley Oldstyle Book</vt:lpstr>
      <vt:lpstr>Times</vt:lpstr>
      <vt:lpstr>Univers 47 Condensed Light</vt:lpstr>
      <vt:lpstr>Univers 55 Oblique</vt:lpstr>
      <vt:lpstr>Univers 55 Roman</vt:lpstr>
      <vt:lpstr>Univers 57 Condensed</vt:lpstr>
      <vt:lpstr>Univers 67 CondensedBold</vt:lpstr>
      <vt:lpstr>Univers 75 Black</vt:lpstr>
      <vt:lpstr>PowerPoint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Craig orman</dc:creator>
  <cp:lastModifiedBy>Craig orman</cp:lastModifiedBy>
  <cp:revision>7</cp:revision>
  <dcterms:created xsi:type="dcterms:W3CDTF">2025-10-06T16:07:11Z</dcterms:created>
  <dcterms:modified xsi:type="dcterms:W3CDTF">2025-11-06T17:41:40Z</dcterms:modified>
</cp:coreProperties>
</file>